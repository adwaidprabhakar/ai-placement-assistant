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731520"/>
            <a:ext cx="2011680" cy="20116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280160" cy="12801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2377440" cy="23774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6583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5F3FA"/>
                </a:solidFill>
                <a:latin typeface="Aptos"/>
              </a:rPr>
              <a:t>PLACEMENT AI
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615184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A855F7"/>
                </a:solidFill>
                <a:latin typeface="Aptos"/>
              </a:rPr>
              <a:t>Placement Bot 3DVerse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154680"/>
            <a:ext cx="6309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B1A9C3"/>
                </a:solidFill>
                <a:latin typeface="Aptos"/>
              </a:rPr>
              <a:t>Next-generation local LLM + WebGL powered
placement preparation ecosystem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315968"/>
            <a:ext cx="1051560" cy="310896"/>
          </a:xfrm>
          <a:prstGeom prst="roundRect">
            <a:avLst/>
          </a:prstGeom>
          <a:solidFill>
            <a:srgbClr val="30007F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34340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LOCAL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4315968"/>
            <a:ext cx="1417320" cy="310896"/>
          </a:xfrm>
          <a:prstGeom prst="roundRect">
            <a:avLst/>
          </a:prstGeom>
          <a:solidFill>
            <a:srgbClr val="00458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74519" y="4343400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PRIVACY 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4315968"/>
            <a:ext cx="1508760" cy="310896"/>
          </a:xfrm>
          <a:prstGeom prst="roundRect">
            <a:avLst/>
          </a:prstGeom>
          <a:solidFill>
            <a:srgbClr val="000079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0712" y="4343400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5 CORE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715000"/>
            <a:ext cx="6583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1A9C3"/>
                </a:solidFill>
                <a:latin typeface="Aptos"/>
              </a:rPr>
              <a:t>Presenter: ___</a:t>
            </a:r>
            <a:r>
              <a:rPr lang="en-US" sz="1100" b="0" u="sng" dirty="0">
                <a:solidFill>
                  <a:srgbClr val="B1A9C3"/>
                </a:solidFill>
                <a:latin typeface="Aptos"/>
              </a:rPr>
              <a:t>Aaron </a:t>
            </a:r>
            <a:r>
              <a:rPr lang="en-US" sz="1100" b="0" u="sng" dirty="0" err="1">
                <a:solidFill>
                  <a:srgbClr val="B1A9C3"/>
                </a:solidFill>
                <a:latin typeface="Aptos"/>
              </a:rPr>
              <a:t>philip</a:t>
            </a:r>
            <a:r>
              <a:rPr sz="1100" b="0" dirty="0">
                <a:solidFill>
                  <a:srgbClr val="B1A9C3"/>
                </a:solidFill>
                <a:latin typeface="Aptos"/>
              </a:rPr>
              <a:t>__    |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52578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3FA"/>
                </a:solidFill>
                <a:latin typeface="Aptos"/>
              </a:rPr>
              <a:t>3DVERSE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565099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B1A9C3"/>
                </a:solidFill>
                <a:latin typeface="Aptos"/>
              </a:rPr>
              <a:t>v2.0.0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3FA"/>
                </a:solidFill>
                <a:latin typeface="Aptos"/>
              </a:rPr>
              <a:t>System Architecture &amp; 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51560"/>
            <a:ext cx="105156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A9C3"/>
                </a:solidFill>
                <a:latin typeface="Aptos"/>
              </a:rPr>
              <a:t>Client → API → local inference / processing → structured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1920240" cy="91440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2313432"/>
            <a:ext cx="177393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3FA"/>
                </a:solidFill>
                <a:latin typeface="Aptos"/>
              </a:rPr>
              <a:t>React 18
+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1920240" cy="91440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1" y="3822191"/>
            <a:ext cx="177393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3FA"/>
                </a:solidFill>
                <a:latin typeface="Aptos"/>
              </a:rPr>
              <a:t>Three.js
WebGL + 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240280"/>
            <a:ext cx="2057400" cy="91440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76472" y="231343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3FA"/>
                </a:solidFill>
                <a:latin typeface="Aptos"/>
              </a:rPr>
              <a:t>FastAPI
+ Uvicorn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3749039"/>
            <a:ext cx="2057400" cy="91440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76472" y="3822191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3FA"/>
                </a:solidFill>
                <a:latin typeface="Aptos"/>
              </a:rPr>
              <a:t>REST JSON
+ SSE Stream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240280"/>
            <a:ext cx="2057400" cy="91440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68312" y="231343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3FA"/>
                </a:solidFill>
                <a:latin typeface="Aptos"/>
              </a:rPr>
              <a:t>Ollama
Llama 3.2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749039"/>
            <a:ext cx="2057400" cy="91440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68312" y="3822191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3FA"/>
                </a:solidFill>
                <a:latin typeface="Aptos"/>
              </a:rPr>
              <a:t>Code Sandbox
+ Doc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834640"/>
            <a:ext cx="1737360" cy="123444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02952" y="2907792"/>
            <a:ext cx="1591056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User Output
Chat / Resume / Scores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2697480"/>
            <a:ext cx="1143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2697480"/>
            <a:ext cx="1234440" cy="0"/>
          </a:xfrm>
          <a:prstGeom prst="line">
            <a:avLst/>
          </a:prstGeom>
          <a:ln w="317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760720" y="4206240"/>
            <a:ext cx="1234440" cy="0"/>
          </a:xfrm>
          <a:prstGeom prst="line">
            <a:avLst/>
          </a:prstGeom>
          <a:ln w="317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52560" y="2697480"/>
            <a:ext cx="777240" cy="64008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052560" y="3566160"/>
            <a:ext cx="777240" cy="640080"/>
          </a:xfrm>
          <a:prstGeom prst="line">
            <a:avLst/>
          </a:prstGeom>
          <a:ln w="31750">
            <a:solidFill>
              <a:srgbClr val="4AD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169164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855F7"/>
                </a:solidFill>
                <a:latin typeface="Aptos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16916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Aptos"/>
              </a:rPr>
              <a:t>Backend /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6916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855F7"/>
                </a:solidFill>
                <a:latin typeface="Aptos"/>
              </a:rPr>
              <a:t>Local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3212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1A9C3"/>
                </a:solidFill>
                <a:latin typeface="Aptos"/>
              </a:rPr>
              <a:t>Key flow: user action → FastAPI → local model / processor → streamed or structured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1A9C3"/>
                </a:solidFill>
                <a:latin typeface="Aptos"/>
              </a:rPr>
              <a:t>PLACEMENT AI ASSISTANT  •  3DVERSE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A9C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3FA"/>
                </a:solidFill>
                <a:latin typeface="Aptos"/>
              </a:rPr>
              <a:t>Module 1 — AI Placement Hub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51560"/>
            <a:ext cx="105156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A9C3"/>
                </a:solidFill>
                <a:latin typeface="Aptos"/>
              </a:rPr>
              <a:t>Streaming conversational assistant for technical and placement guidance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29000" cy="40690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0292" cy="4069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Aptos"/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847088"/>
            <a:ext cx="2624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Real-Time Streaming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67712"/>
            <a:ext cx="301752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Server-Sent Events (SSE) deliver tokens progressively instead of waiting for a complete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40690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50292" cy="4069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847088"/>
            <a:ext cx="26243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Local Model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267712"/>
            <a:ext cx="301752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The model selector can discover locally available Ollama models and route prompts to the selected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429000" cy="40690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50292" cy="4069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366F1"/>
                </a:solidFill>
                <a:latin typeface="Aptos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9952" y="1847088"/>
            <a:ext cx="2624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Interview-Aware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267712"/>
            <a:ext cx="3017520" cy="3355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Career-focused system prompts plus Markdown and code rendering make answers usable for interview preparation.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5989320"/>
            <a:ext cx="1920240" cy="310896"/>
          </a:xfrm>
          <a:prstGeom prst="roundRect">
            <a:avLst/>
          </a:prstGeom>
          <a:solidFill>
            <a:srgbClr val="00458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601675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/api/chat/stream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1A9C3"/>
                </a:solidFill>
                <a:latin typeface="Aptos"/>
              </a:rPr>
              <a:t>PLACEMENT AI ASSISTANT  •  3DVERSE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A9C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3FA"/>
                </a:solidFill>
                <a:latin typeface="Aptos"/>
              </a:rPr>
              <a:t>Module 2 — ATS Resume Studio &amp; Parser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51560"/>
            <a:ext cx="105156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A9C3"/>
                </a:solidFill>
                <a:latin typeface="Aptos"/>
              </a:rPr>
              <a:t>Turn an existing resume into structured data and a clean ATS-ready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600200" cy="105156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2313432"/>
            <a:ext cx="145389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PDF / DOCX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1A9C3"/>
                </a:solidFill>
                <a:latin typeface="Aptos"/>
              </a:rPr>
              <a:t>Upload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761488"/>
            <a:ext cx="640080" cy="0"/>
          </a:xfrm>
          <a:prstGeom prst="line">
            <a:avLst/>
          </a:prstGeom>
          <a:ln w="25400">
            <a:solidFill>
              <a:srgbClr val="413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2240280"/>
            <a:ext cx="1600200" cy="105156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62072" y="2313432"/>
            <a:ext cx="145389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pypdf /
python-docx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47472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1A9C3"/>
                </a:solidFill>
                <a:latin typeface="Aptos"/>
              </a:rPr>
              <a:t>Extract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20" y="2761488"/>
            <a:ext cx="640080" cy="0"/>
          </a:xfrm>
          <a:prstGeom prst="line">
            <a:avLst/>
          </a:prstGeom>
          <a:ln w="25400">
            <a:solidFill>
              <a:srgbClr val="413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2240280"/>
            <a:ext cx="1600200" cy="105156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02352" y="2313432"/>
            <a:ext cx="145389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Llama 3.2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47472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1A9C3"/>
                </a:solidFill>
                <a:latin typeface="Aptos"/>
              </a:rPr>
              <a:t>Structure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2761488"/>
            <a:ext cx="640080" cy="0"/>
          </a:xfrm>
          <a:prstGeom prst="line">
            <a:avLst/>
          </a:prstGeom>
          <a:ln w="25400">
            <a:solidFill>
              <a:srgbClr val="413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269480" y="2240280"/>
            <a:ext cx="1600200" cy="105156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42631" y="2313432"/>
            <a:ext cx="145389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JSON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47472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1A9C3"/>
                </a:solidFill>
                <a:latin typeface="Aptos"/>
              </a:rPr>
              <a:t>Normalize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761488"/>
            <a:ext cx="640080" cy="0"/>
          </a:xfrm>
          <a:prstGeom prst="line">
            <a:avLst/>
          </a:prstGeom>
          <a:ln w="25400">
            <a:solidFill>
              <a:srgbClr val="413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09760" y="2240280"/>
            <a:ext cx="1600200" cy="105156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82912" y="2313432"/>
            <a:ext cx="1453896" cy="9052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.DOCX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47472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B1A9C3"/>
                </a:solidFill>
                <a:latin typeface="Aptos"/>
              </a:rPr>
              <a:t>Export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60520"/>
            <a:ext cx="3063240" cy="114300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4160520"/>
            <a:ext cx="50292" cy="1143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24712" y="43159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Structured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4736592"/>
            <a:ext cx="265176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Name • Contact • Summary • Experience • Projects • Skills • Education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4160520"/>
            <a:ext cx="3063240" cy="114300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26280" y="4160520"/>
            <a:ext cx="50292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36592" y="4315968"/>
            <a:ext cx="26700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ATS 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736592"/>
            <a:ext cx="265176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Single-column structure • 0.8" margins • Calibri • clear headings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160520"/>
            <a:ext cx="3063240" cy="114300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4160520"/>
            <a:ext cx="50292" cy="1143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315968"/>
            <a:ext cx="267004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One-Click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4736592"/>
            <a:ext cx="265176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Production-ready Word document for applications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1A9C3"/>
                </a:solidFill>
                <a:latin typeface="Aptos"/>
              </a:rPr>
              <a:t>PLACEMENT AI ASSISTANT  •  3DVERSE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A9C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3FA"/>
                </a:solidFill>
                <a:latin typeface="Aptos"/>
              </a:rPr>
              <a:t>Module 3 — Visual Career Architect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51560"/>
            <a:ext cx="105156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A9C3"/>
                </a:solidFill>
                <a:latin typeface="Aptos"/>
              </a:rPr>
              <a:t>Roadmap.sh-inspired learning flow customized to role +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1A9C3"/>
                </a:solidFill>
                <a:latin typeface="Aptos"/>
              </a:rPr>
              <a:t>Target role + company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057400" cy="310896"/>
          </a:xfrm>
          <a:prstGeom prst="roundRect">
            <a:avLst/>
          </a:prstGeom>
          <a:solidFill>
            <a:srgbClr val="30007F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iOS Developer @ Apple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87168"/>
            <a:ext cx="2057400" cy="310896"/>
          </a:xfrm>
          <a:prstGeom prst="roundRect">
            <a:avLst/>
          </a:prstGeom>
          <a:solidFill>
            <a:srgbClr val="00458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Data Scientist @ Google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645920"/>
            <a:ext cx="1828800" cy="64008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30752" y="1719072"/>
            <a:ext cx="1682496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FOUNDATION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45920"/>
            <a:ext cx="1828800" cy="64008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1719072"/>
            <a:ext cx="1682496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LANGUAGES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1828800" cy="64008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719072"/>
            <a:ext cx="1682496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CORE DOMAIN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1965960"/>
            <a:ext cx="502920" cy="0"/>
          </a:xfrm>
          <a:prstGeom prst="line">
            <a:avLst/>
          </a:prstGeom>
          <a:ln w="25400">
            <a:solidFill>
              <a:srgbClr val="413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1965960"/>
            <a:ext cx="502920" cy="0"/>
          </a:xfrm>
          <a:prstGeom prst="line">
            <a:avLst/>
          </a:prstGeom>
          <a:ln w="25400">
            <a:solidFill>
              <a:srgbClr val="413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2880360"/>
            <a:ext cx="1828800" cy="64008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30752" y="2953512"/>
            <a:ext cx="1682496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PROJECTS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880360"/>
            <a:ext cx="1828800" cy="64008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62472" y="2953512"/>
            <a:ext cx="1682496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INTERVIEW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880360"/>
            <a:ext cx="1828800" cy="640080"/>
          </a:xfrm>
          <a:prstGeom prst="roundRect">
            <a:avLst/>
          </a:prstGeom>
          <a:solidFill>
            <a:srgbClr val="19142A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2953512"/>
            <a:ext cx="1682496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3FA"/>
                </a:solidFill>
                <a:latin typeface="Aptos"/>
              </a:rPr>
              <a:t>ROLE READY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0" y="3200400"/>
            <a:ext cx="502920" cy="0"/>
          </a:xfrm>
          <a:prstGeom prst="line">
            <a:avLst/>
          </a:prstGeom>
          <a:ln w="25400">
            <a:solidFill>
              <a:srgbClr val="413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18120" y="3200400"/>
            <a:ext cx="502920" cy="0"/>
          </a:xfrm>
          <a:prstGeom prst="line">
            <a:avLst/>
          </a:prstGeom>
          <a:ln w="25400">
            <a:solidFill>
              <a:srgbClr val="413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0" y="397763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3FA"/>
                </a:solidFill>
                <a:latin typeface="Aptos"/>
              </a:rPr>
              <a:t>9 learning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343400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1A9C3"/>
                </a:solidFill>
                <a:latin typeface="Aptos"/>
              </a:rPr>
              <a:t>Mobile • ML/AI • Data Engineering • Cybersecurity • DevOps/Cloud
Frontend • Backend • Embedded • Custom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5349240"/>
            <a:ext cx="1508760" cy="310896"/>
          </a:xfrm>
          <a:prstGeom prst="roundRect">
            <a:avLst/>
          </a:prstGeom>
          <a:solidFill>
            <a:srgbClr val="30007F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0" y="5376672"/>
            <a:ext cx="1508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STRICT / REQUIRED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5349240"/>
            <a:ext cx="1417320" cy="310896"/>
          </a:xfrm>
          <a:prstGeom prst="roundRect">
            <a:avLst/>
          </a:prstGeom>
          <a:solidFill>
            <a:srgbClr val="00458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9240" y="537667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PERSONAL CHOICE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5349240"/>
            <a:ext cx="1097280" cy="310896"/>
          </a:xfrm>
          <a:prstGeom prst="roundRect">
            <a:avLst/>
          </a:prstGeom>
          <a:solidFill>
            <a:srgbClr val="7D260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537667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ALTERNATIVE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44068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ADE80"/>
                </a:solidFill>
                <a:latin typeface="Aptos"/>
              </a:rPr>
              <a:t>Export: PNG /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1A9C3"/>
                </a:solidFill>
                <a:latin typeface="Aptos"/>
              </a:rPr>
              <a:t>PLACEMENT AI ASSISTANT  •  3DVERSE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A9C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3FA"/>
                </a:solidFill>
                <a:latin typeface="Aptos"/>
              </a:rPr>
              <a:t>Module 4 — HR Behavioral Interview Simulator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51560"/>
            <a:ext cx="105156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A9C3"/>
                </a:solidFill>
                <a:latin typeface="Aptos"/>
              </a:rPr>
              <a:t>Practice realistic behavioral rounds and receive a structured STAR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743200" cy="36118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0292" cy="3611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Aptos"/>
              </a:rPr>
              <a:t>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847088"/>
            <a:ext cx="1938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Interview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67712"/>
            <a:ext cx="233172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Target role
Target company
Difficulty: Entry / Intermediate / Senior
Optional resume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91640"/>
            <a:ext cx="2743200" cy="36118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691640"/>
            <a:ext cx="50292" cy="3611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221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1847088"/>
            <a:ext cx="1938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Spoken Dialogue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2267712"/>
            <a:ext cx="233172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Native browser TTS
Speech-to-text recording support
Conversational AI interviewer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691640"/>
            <a:ext cx="2743200" cy="36118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1691640"/>
            <a:ext cx="50292" cy="3611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939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366F1"/>
                </a:solidFill>
                <a:latin typeface="Aptos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1847088"/>
            <a:ext cx="1938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STAR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267712"/>
            <a:ext cx="233172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Situation • Task • Action • Result
Communication
Confidence
Cultural 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691640"/>
            <a:ext cx="1965960" cy="36118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55480" y="1691640"/>
            <a:ext cx="50292" cy="3611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657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1847088"/>
            <a:ext cx="1161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267712"/>
            <a:ext cx="155448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Strengths
Weaknesses
Hire verdict
STRONG HIRE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1A9C3"/>
                </a:solidFill>
                <a:latin typeface="Aptos"/>
              </a:rPr>
              <a:t>Output 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5577840"/>
            <a:ext cx="1417320" cy="310896"/>
          </a:xfrm>
          <a:prstGeom prst="roundRect">
            <a:avLst/>
          </a:prstGeom>
          <a:solidFill>
            <a:srgbClr val="30007F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0" y="560527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STAR STRUCTURE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5577840"/>
            <a:ext cx="1325880" cy="310896"/>
          </a:xfrm>
          <a:prstGeom prst="roundRect">
            <a:avLst/>
          </a:prstGeom>
          <a:solidFill>
            <a:srgbClr val="00458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1880" y="560527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COMMUNICATION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02352" y="5577840"/>
            <a:ext cx="1143000" cy="310896"/>
          </a:xfrm>
          <a:prstGeom prst="roundRect">
            <a:avLst/>
          </a:prstGeom>
          <a:solidFill>
            <a:srgbClr val="000079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02352" y="56052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CONFIDENCE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5577840"/>
            <a:ext cx="1188720" cy="310896"/>
          </a:xfrm>
          <a:prstGeom prst="roundRect">
            <a:avLst/>
          </a:prstGeom>
          <a:solidFill>
            <a:srgbClr val="006608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5605272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CULTURAL FIT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1A9C3"/>
                </a:solidFill>
                <a:latin typeface="Aptos"/>
              </a:rPr>
              <a:t>PLACEMENT AI ASSISTANT  •  3DVERSE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A9C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3FA"/>
                </a:solidFill>
                <a:latin typeface="Aptos"/>
              </a:rPr>
              <a:t>Module 5 — Technical DSA Code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51560"/>
            <a:ext cx="105156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A9C3"/>
                </a:solidFill>
                <a:latin typeface="Aptos"/>
              </a:rPr>
              <a:t>An interview-style coding loop with automated verification and engineering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743200" cy="36118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0292" cy="3611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Aptos"/>
              </a:rPr>
              <a:t>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847088"/>
            <a:ext cx="19385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67712"/>
            <a:ext cx="233172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Integrated Python editor
Pre-loaded DSA problems
Examples: Two Sum, LIS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691640"/>
            <a:ext cx="2743200" cy="36118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11880" y="1691640"/>
            <a:ext cx="50292" cy="3611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221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1847088"/>
            <a:ext cx="1938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2" y="2267712"/>
            <a:ext cx="233172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Minimum 4 diverse test cases
Standard inputs
Edge cases
Negative / uniform arrays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691640"/>
            <a:ext cx="2743200" cy="36118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1691640"/>
            <a:ext cx="50292" cy="36118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939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366F1"/>
                </a:solidFill>
                <a:latin typeface="Aptos"/>
              </a:rPr>
              <a:t>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1847088"/>
            <a:ext cx="1938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267712"/>
            <a:ext cx="233172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Runtime output
Time complexity
Space complexity
Hint breakdown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691640"/>
            <a:ext cx="1965960" cy="361188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55480" y="1691640"/>
            <a:ext cx="50292" cy="36118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65792" y="18562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ADE80"/>
                </a:solidFill>
                <a:latin typeface="Aptos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1847088"/>
            <a:ext cx="1161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267712"/>
            <a:ext cx="1554480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Correctness
Optimization
Cleanliness
Edge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5623560"/>
            <a:ext cx="1828800" cy="310896"/>
          </a:xfrm>
          <a:prstGeom prst="roundRect">
            <a:avLst/>
          </a:prstGeom>
          <a:solidFill>
            <a:srgbClr val="7D2600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43400" y="565099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4 TEST CASES /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1A9C3"/>
                </a:solidFill>
                <a:latin typeface="Aptos"/>
              </a:rPr>
              <a:t>PLACEMENT AI ASSISTANT  •  3DVERSE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A9C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3FA"/>
                </a:solidFill>
                <a:latin typeface="Aptos"/>
              </a:rPr>
              <a:t>UI/UX &amp; Interactive 3D WebGL Aesthetics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051560"/>
            <a:ext cx="1051560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1A9C3"/>
                </a:solidFill>
                <a:latin typeface="Aptos"/>
              </a:rPr>
              <a:t>A premium visual layer built around glassmorphism and GPU-accelerated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83280" cy="388620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0292" cy="3886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Aptos"/>
              </a:rPr>
              <a:t>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75564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Visual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176272"/>
            <a:ext cx="2971800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Deep Space Obsidian #05030a
Electric Purple #a855f7
Indigo #6366f1
Soft Cyan #38bdf8
Glass panels + 16px blur + 1px borders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600200"/>
            <a:ext cx="3383280" cy="388620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600200"/>
            <a:ext cx="50292" cy="388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7647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38BDF8"/>
                </a:solidFill>
                <a:latin typeface="Aptos"/>
              </a:rPr>
              <a:t>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755648"/>
            <a:ext cx="25786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LiquidEther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76272"/>
            <a:ext cx="2971800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Custom GPU fluid-dynamics background
• mouse-responsive waves
• auto-demo motion
• tuned for smooth rendering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600200"/>
            <a:ext cx="3383280" cy="388620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74736" y="1600200"/>
            <a:ext cx="50292" cy="3886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5048" y="17647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366F1"/>
                </a:solidFill>
                <a:latin typeface="Aptos"/>
              </a:rPr>
              <a:t>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75564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3D 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176272"/>
            <a:ext cx="2971800" cy="3172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B1A9C3"/>
                </a:solidFill>
                <a:latin typeface="Aptos"/>
              </a:rPr>
              <a:t>Three.js crystal prism with glass transmission, refraction (IOR 1.6) and specular highlights.
Dynamic AI orbs represent module states.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0680" y="5742432"/>
            <a:ext cx="1280160" cy="310896"/>
          </a:xfrm>
          <a:prstGeom prst="roundRect">
            <a:avLst/>
          </a:prstGeom>
          <a:solidFill>
            <a:srgbClr val="006608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40680" y="5769864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3FA"/>
                </a:solidFill>
                <a:latin typeface="Aptos"/>
              </a:rPr>
              <a:t>60 FPS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1A9C3"/>
                </a:solidFill>
                <a:latin typeface="Aptos"/>
              </a:rPr>
              <a:t>PLACEMENT AI ASSISTANT  •  3DVERSE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A9C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3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4008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3FA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7772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B1A9C3"/>
                </a:solidFill>
                <a:latin typeface="Aptos"/>
              </a:rPr>
              <a:t>A complete placement preparation ecosystem
built around local AI, privacy and immersive UX.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880360"/>
            <a:ext cx="2331720" cy="141732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2880360"/>
            <a:ext cx="50292" cy="1417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3035808"/>
            <a:ext cx="1938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Core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A855F7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880360"/>
            <a:ext cx="2331720" cy="141732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2880360"/>
            <a:ext cx="50292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3035808"/>
            <a:ext cx="1938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Automated 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90672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38BDF8"/>
                </a:solidFill>
                <a:latin typeface="Aptos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880360"/>
            <a:ext cx="2331720" cy="141732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2880360"/>
            <a:ext cx="50292" cy="1417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3035808"/>
            <a:ext cx="1938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Paid AI API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90672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366F1"/>
                </a:solidFill>
                <a:latin typeface="Aptos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880360"/>
            <a:ext cx="2331720" cy="1417320"/>
          </a:xfrm>
          <a:prstGeom prst="roundRect">
            <a:avLst/>
          </a:prstGeom>
          <a:solidFill>
            <a:srgbClr val="120E1E"/>
          </a:solidFill>
          <a:ln w="12700">
            <a:solidFill>
              <a:srgbClr val="41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2880360"/>
            <a:ext cx="50292" cy="14173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25712" y="3035808"/>
            <a:ext cx="193852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3FA"/>
                </a:solidFill>
                <a:latin typeface="Aptos"/>
              </a:rPr>
              <a:t>Local / Privacy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090672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4ADE80"/>
                </a:solidFill>
                <a:latin typeface="Aptos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892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855F7"/>
                </a:solidFill>
                <a:latin typeface="Aptos"/>
              </a:rPr>
              <a:t>Key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257800"/>
            <a:ext cx="8869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3FA"/>
                </a:solidFill>
                <a:latin typeface="Aptos"/>
              </a:rPr>
              <a:t>Placement Bot 3DVerse unifies technical preparation, resume readiness,
career planning and behavioral practice without sacrificing user privacy.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1663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855F7"/>
                </a:solidFill>
                <a:latin typeface="Aptos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562356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F3FA"/>
                </a:solidFill>
                <a:latin typeface="Aptos"/>
              </a:rPr>
              <a:t>Q &amp;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1A9C3"/>
                </a:solidFill>
                <a:latin typeface="Aptos"/>
              </a:rPr>
              <a:t>PLACEMENT AI ASSISTANT  •  3DVERSE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1A9C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716</Words>
  <Application>Microsoft Office PowerPoint</Application>
  <PresentationFormat>Widescreen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Aaron Philip</cp:lastModifiedBy>
  <cp:revision>2</cp:revision>
  <dcterms:created xsi:type="dcterms:W3CDTF">2013-01-27T09:14:16Z</dcterms:created>
  <dcterms:modified xsi:type="dcterms:W3CDTF">2026-09-04T03:35:53Z</dcterms:modified>
  <cp:category/>
</cp:coreProperties>
</file>