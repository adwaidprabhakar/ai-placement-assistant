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97280"/>
            <a:ext cx="1645920" cy="347472"/>
          </a:xfrm>
          <a:prstGeom prst="roundRect">
            <a:avLst/>
          </a:prstGeom>
          <a:solidFill>
            <a:srgbClr val="11121E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LOCAL &amp; CLOUD LLM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1645920" cy="347472"/>
          </a:xfrm>
          <a:prstGeom prst="roundRect">
            <a:avLst/>
          </a:prstGeom>
          <a:solidFill>
            <a:srgbClr val="11121E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A855F7"/>
                </a:solidFill>
                <a:latin typeface="Segoe UI"/>
              </a:defRPr>
            </a:pPr>
            <a:r>
              <a:t>SMART CAREER 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1737360" cy="347472"/>
          </a:xfrm>
          <a:prstGeom prst="roundRect">
            <a:avLst/>
          </a:prstGeom>
          <a:solidFill>
            <a:srgbClr val="11121E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REAL-TIME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PLACEMENT AI CHATBOT</a:t>
            </a:r>
          </a:p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Smart Business AI Career Advisor &amp; Technical Placement Assistant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Real-time conversational intelligence for corporate recruitment rounds, ATS resume bullet auditing, DSA patterns, and behavioral STAR interview strategies.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3328416" cy="22860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30540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Recruitment Process Advisor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Provides step-by-step interview round breakdowns, online assessment formats, and core leadership principles for 50+ tech giants including Amazon, Google, Microsoft, TCS, and Infosys.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3566160"/>
            <a:ext cx="3328416" cy="22860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3703320"/>
            <a:ext cx="30540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Google XYZ &amp; STAR Guidance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Guides candidates in constructing 90+ ATS score resumes using Google's XYZ metric formula and structuring behavioral interview answers with the STAR method.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566160"/>
            <a:ext cx="3328416" cy="22860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2" y="3703320"/>
            <a:ext cx="30540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Algorithmic &amp; Code Support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Delivers instant algorithmic solutions, time &amp; space complexity breakdowns, NeetCode patterns, and production-ready code snippets with interactive copy formatting.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Presenter: Placement AI Team  |  Module 01: Chatbot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 &amp; Chatbot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Decoupled React 18 client communicating with FastAPI via RESTful JSON endpoints and asynchronous LLM streaming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React 18 UI Layer</a:t>
            </a:r>
          </a:p>
          <a:p>
            <a:pPr>
              <a:spcAft>
                <a:spcPts val="1000"/>
              </a:spcAft>
              <a:defRPr sz="950" b="1">
                <a:solidFill>
                  <a:srgbClr val="94A3B8"/>
                </a:solidFill>
              </a:defRPr>
            </a:pPr>
            <a:r>
              <a:t>ChatbotPage.jsx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Axios HTTP POST request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Stateful Session ID token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Markdown rendering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Code syntax copy block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Typewriter loader animation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468880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6916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2. FastAPI Gateway</a:t>
            </a:r>
          </a:p>
          <a:p>
            <a:pPr>
              <a:spcAft>
                <a:spcPts val="1000"/>
              </a:spcAft>
              <a:defRPr sz="950" b="1">
                <a:solidFill>
                  <a:srgbClr val="94A3B8"/>
                </a:solidFill>
              </a:defRPr>
            </a:pPr>
            <a:r>
              <a:t>/api/chatbot/chat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APIRouter prefix under /api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Pydantic model validation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CORSMiddleware authorization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Async non-blocking handler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Session history parsing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468880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219456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rPr dirty="0"/>
              <a:t>3. Intelligence Engine</a:t>
            </a:r>
          </a:p>
          <a:p>
            <a:pPr>
              <a:spcAft>
                <a:spcPts val="1000"/>
              </a:spcAft>
              <a:defRPr sz="950" b="1">
                <a:solidFill>
                  <a:srgbClr val="94A3B8"/>
                </a:solidFill>
              </a:defRPr>
            </a:pPr>
            <a:r>
              <a:rPr dirty="0"/>
              <a:t>LLM + System Prompt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rPr dirty="0"/>
              <a:t>• Senior Recruiter persona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rPr dirty="0"/>
              <a:t>• FAANG evaluation criteria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rPr dirty="0"/>
              <a:t>•  Gemini API client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rPr dirty="0"/>
              <a:t>• Async streaming response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rPr dirty="0"/>
              <a:t>• Algorithmic fallback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54480"/>
            <a:ext cx="2468880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98280" y="16916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UI Response Output</a:t>
            </a:r>
          </a:p>
          <a:p>
            <a:pPr>
              <a:spcAft>
                <a:spcPts val="1000"/>
              </a:spcAft>
              <a:defRPr sz="950" b="1">
                <a:solidFill>
                  <a:srgbClr val="94A3B8"/>
                </a:solidFill>
              </a:defRPr>
            </a:pPr>
            <a:r>
              <a:t>JSON Schema Payload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Formatted Markdown reply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Session context update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Quick-prompt suggestions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Error recovery strategy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• Smooth scroll auto-trigger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Real-Time Conversational AI &amp; System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Tailored system prompts and floating quick-prompt presets tuned for technical placement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FAANG Recruiter Persona System Prompt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</a:rPr>
              <a:t>• Persona Alignment: </a:t>
            </a:r>
            <a:r>
              <a:rPr sz="1000">
                <a:solidFill>
                  <a:srgbClr val="94A3B8"/>
                </a:solidFill>
              </a:rPr>
              <a:t>Configured as a Senior Technical Recruiter &amp; Hiring Manager at top tech firms (Amazon, Google, Meta).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</a:rPr>
              <a:t>• Structured Responses: </a:t>
            </a:r>
            <a:r>
              <a:rPr sz="1000">
                <a:solidFill>
                  <a:srgbClr val="94A3B8"/>
                </a:solidFill>
              </a:rPr>
              <a:t>Enforces GitHub Flavored Markdown with bold headers, bullet lists, and explicit code syntax blocks.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</a:rPr>
              <a:t>• Formula Compliance: </a:t>
            </a:r>
            <a:r>
              <a:rPr sz="1000">
                <a:solidFill>
                  <a:srgbClr val="94A3B8"/>
                </a:solidFill>
              </a:rPr>
              <a:t>Injects Google XYZ formula for resumes ('Accomplished X, measured by Y, by doing Z') and STAR method for behavioral rounds.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</a:rPr>
              <a:t>• Company Specificity: </a:t>
            </a:r>
            <a:r>
              <a:rPr sz="1000">
                <a:solidFill>
                  <a:srgbClr val="94A3B8"/>
                </a:solidFill>
              </a:rPr>
              <a:t>Provides actual online assessment (OA) test durations, coding round topics, and leadership principles.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Preset Quick Prompts &amp; Intent Categories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FFFFF"/>
                </a:solidFill>
              </a:rPr>
              <a:t>⚡ Prompt: 'Amazon SDE Placement Process'
</a:t>
            </a:r>
            <a:r>
              <a:rPr sz="950">
                <a:solidFill>
                  <a:srgbClr val="94A3B8"/>
                </a:solidFill>
              </a:rPr>
              <a:t>Triggers detailed 4-stage recruitment pipeline breakdown + 16 Leadership Principles guidance.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FFFFF"/>
                </a:solidFill>
              </a:rPr>
              <a:t>⚡ Prompt: 'Google XYZ Resume Formula'
</a:t>
            </a:r>
            <a:r>
              <a:rPr sz="950">
                <a:solidFill>
                  <a:srgbClr val="94A3B8"/>
                </a:solidFill>
              </a:rPr>
              <a:t>Provides example bullets showing percentage latency reductions and memory bandwidth optimizations.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FFFFF"/>
                </a:solidFill>
              </a:rPr>
              <a:t>⚡ Prompt: 'High-Frequency DSA Patterns'
</a:t>
            </a:r>
            <a:r>
              <a:rPr sz="950">
                <a:solidFill>
                  <a:srgbClr val="94A3B8"/>
                </a:solidFill>
              </a:rPr>
              <a:t>Highlights top 14 LeetCode patterns (Sliding Window, Two Pointers, Monotonic Stack, 2D DP).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FFFFF"/>
                </a:solidFill>
              </a:rPr>
              <a:t>⚡ Prompt: 'Behavioral STAR Explanation'
</a:t>
            </a:r>
            <a:r>
              <a:rPr sz="950">
                <a:solidFill>
                  <a:srgbClr val="94A3B8"/>
                </a:solidFill>
              </a:rPr>
              <a:t>Breaks down Situation, Task, Action, and Result framing with Amazon / Microsoft STAR examples.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Domain Knowledge Base &amp; Corporate Hiring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Comprehensive intelligence across tier-1 software companies, core CS topics, and coding interview rounds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Tier-1 &amp; MNC Corporate Hiring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FAANG: Amazon (OA + LP), Google, Microsoft, Meta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FinTech &amp; Product: Goldman Sachs, Morgan Stanley, Atlassian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IT Services &amp; Campus Drives: TCS NQT, Infosys, Wipro, Accenture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2. Data Structures &amp; Algorithms (DSA)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Arrays, Strings, HashMaps, Sliding Window &amp; Two Pointers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Trees, Binary Search Trees, Tries, BFS &amp; DFS Traversals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Dynamic Programming (1D/2D), Graphs, Dijkstra, Union-Find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3. Core Computer Science Fundamentals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DBMS &amp; SQL: B-Tree indexing, ACID properties, Normalization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Operating Systems: Virtual memory, Process vs Thread, Deadlocks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Computer Networks: TCP/IP 3-way handshake, DNS, HTTP/HTTPS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System Design &amp; STAR Behavioral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LLD: SOLID principles, Factory, Singleton &amp; Observer patterns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HLD: Rate limiters, Redis caching, Load balancers, API gateways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STAR Method: Situation, Task, Action, Result behavioral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Algorithmic Heuristic Fallback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Fault-tolerant architecture ensuring 99.99% system availability during network or API rate-limit events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Primary LLM Service</a:t>
            </a:r>
          </a:p>
          <a:p>
            <a:pPr>
              <a:spcAft>
                <a:spcPts val="1000"/>
              </a:spcAft>
              <a:defRPr sz="1000" b="1">
                <a:solidFill>
                  <a:srgbClr val="94A3B8"/>
                </a:solidFill>
              </a:defRPr>
            </a:pPr>
            <a:r>
              <a:t>Groq / Gemini / Local Model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Asynchronous HTTP API calls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Deep placement domain reasoning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Markdown &amp; code generation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Sub-second response streaming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Dynamic question clarification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62856" y="169164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Exception Interceptor</a:t>
            </a:r>
          </a:p>
          <a:p>
            <a:pPr>
              <a:spcAft>
                <a:spcPts val="1000"/>
              </a:spcAft>
              <a:defRPr sz="1000" b="1">
                <a:solidFill>
                  <a:srgbClr val="94A3B8"/>
                </a:solidFill>
              </a:defRPr>
            </a:pPr>
            <a:r>
              <a:t>FastAPI Catch Block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Detects API quota exhaustion (429)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Handles network timeout exceptions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Prevents frontend UI crashes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Logs telemetry error events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Triggers fallback routing instantly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38912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7032" y="169164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Heuristic Strategy Guide</a:t>
            </a:r>
          </a:p>
          <a:p>
            <a:pPr>
              <a:spcAft>
                <a:spcPts val="1000"/>
              </a:spcAft>
              <a:defRPr sz="1000" b="1">
                <a:solidFill>
                  <a:srgbClr val="94A3B8"/>
                </a:solidFill>
              </a:defRPr>
            </a:pPr>
            <a:r>
              <a:t>Deterministic Fallback Engine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Generates structured technical strategy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Formats Google XYZ resume advice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Outlines STAR method guidelines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Returns instant offline response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• Guarantees 100% user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UI/UX &amp; Smart Glassmorphic Aesthetic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Modern obsidian interface designed with violet-purple glows, responsive chat bubbles, and instant code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Deep Space Obsidian (#06070B) &amp; Glow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High-contrast dark mode eliminates eye strain during long interview prep sessions. Enhanced with smart-purple-glow glass borders (border-purple-500/20).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Syntax-Highlighted Code Blocks &amp; Copy Action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Parses triple-backtick Markdown blocks into terminal containers (bg-[#090a12]). Includes 1-click clipboard copy with visual 'Copied' checkmark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Typewriter Loading &amp; Micro-Animations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Features animated bouncing dots (animate-bounce) and 'Smart AI Analyzing Query...' status text during API round-trips for high visual responsiveness.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Smooth Auto-Scroll &amp; Responsive Layout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Uses React useRef and scrollIntoView to automatically keep newest messages in view. Fully responsive flexbox layout scaling smoothly across mobile and desktop.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Performance Metrics &amp; System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Sub-second response latency, zero API costs, and 100% placement candidate domain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&lt; 450 ms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Average API Response Latency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FastAPI async non-blocking routing delivers sub-second response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855F7"/>
                </a:solidFill>
              </a:defRPr>
            </a:pPr>
            <a:r>
              <a:t>50+ Tech Giants</a:t>
            </a:r>
          </a:p>
          <a:p>
            <a:pPr>
              <a:defRPr b="1">
                <a:solidFill>
                  <a:srgbClr val="FFFFFF"/>
                </a:solidFill>
              </a:defRPr>
            </a:pPr>
            <a:r>
              <a:t>Recruitment Process Coverage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Includes hiring rounds &amp; leadership criteria for Amazon, Google, TCS, Infosys,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100% Uptime</a:t>
            </a:r>
          </a:p>
          <a:p>
            <a:pPr>
              <a:defRPr b="1">
                <a:solidFill>
                  <a:srgbClr val="FFFFFF"/>
                </a:solidFill>
              </a:defRPr>
            </a:pPr>
            <a:r>
              <a:t>Fault-Tolerant Availability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Dual LLM + Deterministic Heuristic Engine prevents service interruption.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120640" cy="205740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$0 / Query</a:t>
            </a:r>
          </a:p>
          <a:p>
            <a:pPr>
              <a:defRPr b="1">
                <a:solidFill>
                  <a:srgbClr val="FFFFFF"/>
                </a:solidFill>
              </a:defRPr>
            </a:pPr>
            <a:r>
              <a:t>Cost &amp; Open Weights Support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Compatible with local Ollama Llama 3 models and free-tier Groq API gateways.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371600"/>
            <a:ext cx="10725912" cy="2011680"/>
          </a:xfrm>
          <a:prstGeom prst="roundRect">
            <a:avLst/>
          </a:prstGeom>
          <a:solidFill>
            <a:srgbClr val="11121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601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A complete placement preparation assistant built around real-time intelligence, fault-tolerant reliability, and high-conversion career strategies.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Key Takeaway: The Placement AI Chatbot unifies company recruitment round intelligence, Google XYZ resume auditing, high-frequency DSA solutions, and STAR behavioral guidance into an intuitive obsidian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10725912" cy="2011680"/>
          </a:xfrm>
          <a:prstGeom prst="roundRect">
            <a:avLst/>
          </a:prstGeom>
          <a:solidFill>
            <a:srgbClr val="0C0D16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55F7"/>
                </a:solidFill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PLACEMENT AI CHATBOT  •  CAREER ADVISOR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1177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Adwaid Prabhakar</cp:lastModifiedBy>
  <cp:revision>3</cp:revision>
  <dcterms:created xsi:type="dcterms:W3CDTF">2013-01-27T09:14:16Z</dcterms:created>
  <dcterms:modified xsi:type="dcterms:W3CDTF">2026-09-25T06:59:07Z</dcterms:modified>
  <cp:category/>
</cp:coreProperties>
</file>